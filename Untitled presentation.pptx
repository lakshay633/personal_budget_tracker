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e9770c8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1e9770c8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e9770c8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e9770c8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e9770c8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e9770c8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e9770c8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1e9770c8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e9770c8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1e9770c8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1e9770c8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1e9770c8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1e9770c8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1e9770c8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e9770c88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1e9770c8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0715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Budget Tracker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25717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Helps to track your expenses and monthly budgets.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6925825" y="3622400"/>
            <a:ext cx="25428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Created by -</a:t>
            </a:r>
            <a:b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Laskshay Agarwal</a:t>
            </a:r>
            <a:b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Aryansh Sabharwal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634225" y="469750"/>
            <a:ext cx="7505700" cy="954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Personal Budget Tracker—Full-Stack Web Application</a:t>
            </a:r>
            <a:endParaRPr sz="2400"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4243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Full-stack budget management application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using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(frontend)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Django REST Framework (backend)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users track income, expenses, budgets, and categories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authentication using JWT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360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Tech Stack</a:t>
            </a:r>
            <a:endParaRPr sz="2400"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88500" y="1314750"/>
            <a:ext cx="7505700" cy="29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React, Axios, React Router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CSS/Styled Components, Charts.js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Django, Django REST Framework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SQLite / PostgreSQL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Authentication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4757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System Architecture</a:t>
            </a:r>
            <a:endParaRPr sz="2400"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5861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sends API requests → Backend REST API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handles users, budgets, transactions, categories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tokens used for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authentication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stored in relational DB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separation of concerns: UI ↔ API ↔ DB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Challenges</a:t>
            </a:r>
            <a:endParaRPr sz="2400"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Integrating React frontend with Django REST API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Handling CORS issues during API requests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Managing JWT token refresh &amp; authorization flows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Structuring models and relationships (User → Budget → Transactions)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772900" y="521950"/>
            <a:ext cx="75057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Backend Modules &amp; Flow</a:t>
            </a:r>
            <a:endParaRPr sz="2400"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819150" y="1044850"/>
            <a:ext cx="7505700" cy="3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App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model, registration, login, JWT authentication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management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Budgets App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Create/read/update/delete budgets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Budget → linked to user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Transactions App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income &amp; expenses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transaction linked to a budget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819150" y="417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Frontend Features</a:t>
            </a:r>
            <a:endParaRPr sz="2400"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819150" y="1137350"/>
            <a:ext cx="7505700" cy="33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-31908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Login / Register pages</a:t>
            </a:r>
            <a:br>
              <a:rPr lang="en" sz="3000"/>
            </a:br>
            <a:endParaRPr sz="3000"/>
          </a:p>
          <a:p>
            <a:pPr indent="-319087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Dashboard showing budgets &amp; totals</a:t>
            </a:r>
            <a:br>
              <a:rPr lang="en" sz="3000"/>
            </a:br>
            <a:endParaRPr sz="3000"/>
          </a:p>
          <a:p>
            <a:pPr indent="-31908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Create/Edit Budget form</a:t>
            </a:r>
            <a:br>
              <a:rPr lang="en" sz="3000"/>
            </a:br>
            <a:endParaRPr sz="3000"/>
          </a:p>
          <a:p>
            <a:pPr indent="-31908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Track transactions</a:t>
            </a:r>
            <a:br>
              <a:rPr lang="en" sz="3000"/>
            </a:br>
            <a:endParaRPr sz="3000"/>
          </a:p>
          <a:p>
            <a:pPr indent="-31908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Clean reusable components</a:t>
            </a:r>
            <a:br>
              <a:rPr lang="en" sz="3000"/>
            </a:br>
            <a:endParaRPr sz="3000"/>
          </a:p>
          <a:p>
            <a:pPr indent="-319087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Fetching data using Axios from Django API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Enhancements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Simple, secure, scalable personal finance tracker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functional full-stack project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Enhancements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Multi-currency support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Notifications &amp; reminders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1955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/>
              <a:t>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